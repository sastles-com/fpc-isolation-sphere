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18" d="100"/>
          <a:sy n="118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F5ED9A-807C-FCE0-DB55-B489BF84C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EE96C1-1B58-A19A-D759-15D2F5B4F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BD3122-9B6C-7C3F-E214-6C0E9F6C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72EB5A-BB30-937F-00F2-EED6FA07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5522E3-B41F-89D4-6A28-B76ACF2D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38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4D5605-C4B8-C230-F38E-3140F76A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5309EA-2863-96AA-5F17-586F2E202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D1F22F-2EC5-F2E6-E112-8CC6E3BB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0F6F18-442E-33EB-9D56-AAEE06959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F6EFA9-1184-6435-D82E-1799B99C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94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7D447-82CE-E03E-EB91-4AC5A88CC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7389DD-2FF6-E12F-6527-0EA5C43D8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013DC8-C0FE-BAA3-1F79-3BA23568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68D527-AAE5-E892-A218-2AE31FA7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8E855-AE2B-FFA5-41C0-6A9E820A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1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CE5982-44AA-AC2D-D50C-45A73B48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6CE5A4-608B-9842-8701-446539FE1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F8B291-7CE6-19C4-7945-3420A4C53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378D7A-2B03-648B-CB8B-8BB4D9E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70EABA-7C6F-2139-9092-4B4848AE4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12F8C7-93EB-59DF-A7E5-A7CD8A4E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87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AFCBE-B2B4-FCC8-AB7B-D2219F947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F8202A-3369-9A75-ADEB-0E5FBFC9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983CBA-D6DC-0EBA-A16F-A54011446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A6C0AF-7CB8-E160-8E0A-561F23B5A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B562BD-7B23-3541-72C6-FDE4DA205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F8F0A61-CBD9-C93E-1529-90EBC219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78A368-7966-B2D4-9683-D3E7CA88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751071-4442-6CD9-493C-8401A0F4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61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8ECF2-2483-02D7-BE7B-FC5630CF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61F19AA-41C0-4830-9396-89EB070B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9D38B4-9496-794D-1C5E-56E2A092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7B140C-001A-DDCD-14C5-03A84DD9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84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C9FCAB-A8EB-6A83-599D-76599619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CFB090-0C03-3687-4FF4-8A489D797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740D7D-6E54-9A5A-8F73-5A23C970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18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B1A30-621F-B8D3-DB99-056443604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347386-5762-9A21-4336-3FC00D4C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2F9017-6F05-7FD0-470F-9FA679A6A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D00E06-6679-207F-D940-7E7F64DA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36578C-D885-58BD-9080-31B11A78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D62D99-DFF9-5EA8-27E4-2696CAFA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22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83ED7-0E08-1F64-8FEC-18B122D75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8D3B7B-8294-25C7-70C4-BCAF27C84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1CA5D7-84BB-E037-DB89-7ED377A00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92EB5E-307A-C811-7C4E-4E3F29D2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AFBCDD-DAB9-C153-1972-9D4AE9EE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765265-8766-4C6C-F3D6-438B6E88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8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2AD42D-AF88-210B-2B2F-5B41E222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5074DE-2B12-7EA8-3741-993471968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B71266-1D9B-ED67-8F31-7289B9AA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C8A7A8-30A8-2963-5FCF-31CC6F11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36F6DB-EFAC-3194-DF01-56EED2DC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18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C31E3E-E12E-6CE0-6E3C-A22766B31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7F5F3D-F048-0D4E-7B6D-E73F3243B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BE7F7F-B864-C4C9-BFCE-E9C7692B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E74585-2804-F1B7-BFEE-C507AAD4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D4FABB-28FF-E0EF-BD79-4C5E2F8C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75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734685-EF50-70E7-D871-2CB0B2D6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DC436A-C2DB-FF69-40DF-D54B637AB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A9B81B-EB36-F259-2A8C-332761040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56D49-E1B7-D34D-BE5F-0EA3A921812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D4A1A9-5C00-3782-78EA-D00DD7EC8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0E04BB-7291-5D7B-F34A-265455935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873D9-85F5-8A47-BF57-BF99EB56DB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91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2E5112-656D-F4E8-E414-ED745A5853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4B4019F-7794-EECD-F276-BF0A975D6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60B555-929F-AE42-51EF-8FBE43BA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087" y="0"/>
            <a:ext cx="6891825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15388C-0A93-61A5-4528-77A648AFE1D3}"/>
              </a:ext>
            </a:extLst>
          </p:cNvPr>
          <p:cNvSpPr txBox="1"/>
          <p:nvPr/>
        </p:nvSpPr>
        <p:spPr>
          <a:xfrm>
            <a:off x="5355770" y="3105834"/>
            <a:ext cx="148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FF0000"/>
                </a:solidFill>
              </a:rPr>
              <a:t>電池・基板スペース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4D826F-C11A-77FC-37E8-80BE74A01F43}"/>
              </a:ext>
            </a:extLst>
          </p:cNvPr>
          <p:cNvSpPr txBox="1"/>
          <p:nvPr/>
        </p:nvSpPr>
        <p:spPr>
          <a:xfrm>
            <a:off x="5290455" y="1015777"/>
            <a:ext cx="148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FF0000"/>
                </a:solidFill>
              </a:rPr>
              <a:t>ポゴピン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BD4C50-9E3D-D431-6317-856F7B498E09}"/>
              </a:ext>
            </a:extLst>
          </p:cNvPr>
          <p:cNvSpPr txBox="1"/>
          <p:nvPr/>
        </p:nvSpPr>
        <p:spPr>
          <a:xfrm>
            <a:off x="2884712" y="199349"/>
            <a:ext cx="247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FFFF00"/>
                </a:solidFill>
              </a:rPr>
              <a:t>マザーリング</a:t>
            </a:r>
          </a:p>
        </p:txBody>
      </p:sp>
    </p:spTree>
    <p:extLst>
      <p:ext uri="{BB962C8B-B14F-4D97-AF65-F5344CB8AC3E}">
        <p14:creationId xmlns:p14="http://schemas.microsoft.com/office/powerpoint/2010/main" val="338110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D41F9D-6AC5-586D-D9F3-E92A2535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29F140-B26C-24BA-D610-ED08DD18E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7F2ADD8-DD9D-FD80-F92A-8B9F7B20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376" y="0"/>
            <a:ext cx="7471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1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B06E8-3773-7952-FACD-095BA367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7256007-4DF5-9DF4-B80B-7B6AB382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7207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3406</TotalTime>
  <Words>6</Words>
  <Application>Microsoft Macintosh PowerPoint</Application>
  <PresentationFormat>ワイド画面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bigdata202201</dc:creator>
  <cp:lastModifiedBy>bigdata202201</cp:lastModifiedBy>
  <cp:revision>2</cp:revision>
  <dcterms:created xsi:type="dcterms:W3CDTF">2026-06-01T22:23:52Z</dcterms:created>
  <dcterms:modified xsi:type="dcterms:W3CDTF">2026-06-04T07:10:31Z</dcterms:modified>
</cp:coreProperties>
</file>